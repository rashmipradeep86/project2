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66" r:id="rId5"/>
    <p:sldId id="263" r:id="rId6"/>
    <p:sldId id="259" r:id="rId7"/>
    <p:sldId id="261" r:id="rId8"/>
    <p:sldId id="262" r:id="rId9"/>
    <p:sldId id="268" r:id="rId10"/>
    <p:sldId id="269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mi pradeep" userId="7cee23f76475dd8b" providerId="LiveId" clId="{0BEFF720-E6D2-4F6E-84A9-0D10A38E9E6B}"/>
    <pc:docChg chg="undo custSel addSld delSld modSld">
      <pc:chgData name="rashmi pradeep" userId="7cee23f76475dd8b" providerId="LiveId" clId="{0BEFF720-E6D2-4F6E-84A9-0D10A38E9E6B}" dt="2025-12-12T14:05:39.048" v="796" actId="20577"/>
      <pc:docMkLst>
        <pc:docMk/>
      </pc:docMkLst>
      <pc:sldChg chg="addSp modSp mod">
        <pc:chgData name="rashmi pradeep" userId="7cee23f76475dd8b" providerId="LiveId" clId="{0BEFF720-E6D2-4F6E-84A9-0D10A38E9E6B}" dt="2025-12-10T15:20:31.336" v="626" actId="14100"/>
        <pc:sldMkLst>
          <pc:docMk/>
          <pc:sldMk cId="2480763726" sldId="256"/>
        </pc:sldMkLst>
        <pc:spChg chg="mod">
          <ac:chgData name="rashmi pradeep" userId="7cee23f76475dd8b" providerId="LiveId" clId="{0BEFF720-E6D2-4F6E-84A9-0D10A38E9E6B}" dt="2025-12-10T15:20:20.006" v="623" actId="1076"/>
          <ac:spMkLst>
            <pc:docMk/>
            <pc:sldMk cId="2480763726" sldId="256"/>
            <ac:spMk id="2" creationId="{F28E670A-277B-C833-6851-8F399D9A0CF1}"/>
          </ac:spMkLst>
        </pc:spChg>
        <pc:picChg chg="add mod">
          <ac:chgData name="rashmi pradeep" userId="7cee23f76475dd8b" providerId="LiveId" clId="{0BEFF720-E6D2-4F6E-84A9-0D10A38E9E6B}" dt="2025-12-10T15:20:31.336" v="626" actId="14100"/>
          <ac:picMkLst>
            <pc:docMk/>
            <pc:sldMk cId="2480763726" sldId="256"/>
            <ac:picMk id="4" creationId="{9587E8A6-C047-3ADC-321D-863E14CB30EA}"/>
          </ac:picMkLst>
        </pc:picChg>
      </pc:sldChg>
      <pc:sldChg chg="modSp mod">
        <pc:chgData name="rashmi pradeep" userId="7cee23f76475dd8b" providerId="LiveId" clId="{0BEFF720-E6D2-4F6E-84A9-0D10A38E9E6B}" dt="2025-12-10T15:21:05.888" v="636" actId="20577"/>
        <pc:sldMkLst>
          <pc:docMk/>
          <pc:sldMk cId="2722327253" sldId="257"/>
        </pc:sldMkLst>
        <pc:spChg chg="mod">
          <ac:chgData name="rashmi pradeep" userId="7cee23f76475dd8b" providerId="LiveId" clId="{0BEFF720-E6D2-4F6E-84A9-0D10A38E9E6B}" dt="2025-12-10T15:21:05.888" v="636" actId="20577"/>
          <ac:spMkLst>
            <pc:docMk/>
            <pc:sldMk cId="2722327253" sldId="257"/>
            <ac:spMk id="5" creationId="{3E3F9359-BFCC-586B-39A6-324A7B7B9A8A}"/>
          </ac:spMkLst>
        </pc:spChg>
      </pc:sldChg>
      <pc:sldChg chg="modSp mod">
        <pc:chgData name="rashmi pradeep" userId="7cee23f76475dd8b" providerId="LiveId" clId="{0BEFF720-E6D2-4F6E-84A9-0D10A38E9E6B}" dt="2025-12-10T14:51:25.618" v="602" actId="20577"/>
        <pc:sldMkLst>
          <pc:docMk/>
          <pc:sldMk cId="2584891705" sldId="259"/>
        </pc:sldMkLst>
        <pc:spChg chg="mod">
          <ac:chgData name="rashmi pradeep" userId="7cee23f76475dd8b" providerId="LiveId" clId="{0BEFF720-E6D2-4F6E-84A9-0D10A38E9E6B}" dt="2025-12-10T14:51:25.618" v="602" actId="20577"/>
          <ac:spMkLst>
            <pc:docMk/>
            <pc:sldMk cId="2584891705" sldId="259"/>
            <ac:spMk id="3" creationId="{9C53034A-E591-CE5C-918C-2958A3F4603C}"/>
          </ac:spMkLst>
        </pc:spChg>
      </pc:sldChg>
      <pc:sldChg chg="addSp modSp mod">
        <pc:chgData name="rashmi pradeep" userId="7cee23f76475dd8b" providerId="LiveId" clId="{0BEFF720-E6D2-4F6E-84A9-0D10A38E9E6B}" dt="2025-12-10T14:33:03.002" v="275" actId="14100"/>
        <pc:sldMkLst>
          <pc:docMk/>
          <pc:sldMk cId="1937972741" sldId="261"/>
        </pc:sldMkLst>
        <pc:spChg chg="mod">
          <ac:chgData name="rashmi pradeep" userId="7cee23f76475dd8b" providerId="LiveId" clId="{0BEFF720-E6D2-4F6E-84A9-0D10A38E9E6B}" dt="2025-12-10T14:30:16.656" v="270" actId="20577"/>
          <ac:spMkLst>
            <pc:docMk/>
            <pc:sldMk cId="1937972741" sldId="261"/>
            <ac:spMk id="3" creationId="{90323A58-67F1-CA04-366B-C518F044674E}"/>
          </ac:spMkLst>
        </pc:spChg>
        <pc:picChg chg="add mod">
          <ac:chgData name="rashmi pradeep" userId="7cee23f76475dd8b" providerId="LiveId" clId="{0BEFF720-E6D2-4F6E-84A9-0D10A38E9E6B}" dt="2025-12-10T14:33:03.002" v="275" actId="14100"/>
          <ac:picMkLst>
            <pc:docMk/>
            <pc:sldMk cId="1937972741" sldId="261"/>
            <ac:picMk id="4" creationId="{AC4C18D8-B285-A758-35CB-39EAA1D00A13}"/>
          </ac:picMkLst>
        </pc:picChg>
      </pc:sldChg>
      <pc:sldChg chg="modSp mod">
        <pc:chgData name="rashmi pradeep" userId="7cee23f76475dd8b" providerId="LiveId" clId="{0BEFF720-E6D2-4F6E-84A9-0D10A38E9E6B}" dt="2025-12-12T14:05:39.048" v="796" actId="20577"/>
        <pc:sldMkLst>
          <pc:docMk/>
          <pc:sldMk cId="877405064" sldId="262"/>
        </pc:sldMkLst>
        <pc:spChg chg="mod">
          <ac:chgData name="rashmi pradeep" userId="7cee23f76475dd8b" providerId="LiveId" clId="{0BEFF720-E6D2-4F6E-84A9-0D10A38E9E6B}" dt="2025-12-12T14:05:39.048" v="796" actId="20577"/>
          <ac:spMkLst>
            <pc:docMk/>
            <pc:sldMk cId="877405064" sldId="262"/>
            <ac:spMk id="3" creationId="{142B87FE-88BA-33A1-AA48-CD289544CCC3}"/>
          </ac:spMkLst>
        </pc:spChg>
      </pc:sldChg>
      <pc:sldChg chg="addSp modSp new mod">
        <pc:chgData name="rashmi pradeep" userId="7cee23f76475dd8b" providerId="LiveId" clId="{0BEFF720-E6D2-4F6E-84A9-0D10A38E9E6B}" dt="2025-12-10T15:23:00.049" v="683" actId="20577"/>
        <pc:sldMkLst>
          <pc:docMk/>
          <pc:sldMk cId="1321572341" sldId="263"/>
        </pc:sldMkLst>
        <pc:spChg chg="add mod">
          <ac:chgData name="rashmi pradeep" userId="7cee23f76475dd8b" providerId="LiveId" clId="{0BEFF720-E6D2-4F6E-84A9-0D10A38E9E6B}" dt="2025-12-10T15:23:00.049" v="683" actId="20577"/>
          <ac:spMkLst>
            <pc:docMk/>
            <pc:sldMk cId="1321572341" sldId="263"/>
            <ac:spMk id="3" creationId="{43C99E2B-DAA6-B495-E3C3-C1CED715BC22}"/>
          </ac:spMkLst>
        </pc:spChg>
      </pc:sldChg>
      <pc:sldChg chg="addSp modSp new mod">
        <pc:chgData name="rashmi pradeep" userId="7cee23f76475dd8b" providerId="LiveId" clId="{0BEFF720-E6D2-4F6E-84A9-0D10A38E9E6B}" dt="2025-12-12T14:03:44.074" v="785" actId="1076"/>
        <pc:sldMkLst>
          <pc:docMk/>
          <pc:sldMk cId="3717242262" sldId="264"/>
        </pc:sldMkLst>
        <pc:spChg chg="add mod">
          <ac:chgData name="rashmi pradeep" userId="7cee23f76475dd8b" providerId="LiveId" clId="{0BEFF720-E6D2-4F6E-84A9-0D10A38E9E6B}" dt="2025-12-12T14:03:44.074" v="785" actId="1076"/>
          <ac:spMkLst>
            <pc:docMk/>
            <pc:sldMk cId="3717242262" sldId="264"/>
            <ac:spMk id="2" creationId="{253DAB5D-1C0A-D1DD-91E0-D4D28EE99001}"/>
          </ac:spMkLst>
        </pc:spChg>
      </pc:sldChg>
      <pc:sldChg chg="addSp delSp modSp new mod">
        <pc:chgData name="rashmi pradeep" userId="7cee23f76475dd8b" providerId="LiveId" clId="{0BEFF720-E6D2-4F6E-84A9-0D10A38E9E6B}" dt="2025-12-10T14:42:30.764" v="405" actId="20577"/>
        <pc:sldMkLst>
          <pc:docMk/>
          <pc:sldMk cId="945769930" sldId="265"/>
        </pc:sldMkLst>
        <pc:spChg chg="add mod">
          <ac:chgData name="rashmi pradeep" userId="7cee23f76475dd8b" providerId="LiveId" clId="{0BEFF720-E6D2-4F6E-84A9-0D10A38E9E6B}" dt="2025-12-10T14:42:30.764" v="405" actId="20577"/>
          <ac:spMkLst>
            <pc:docMk/>
            <pc:sldMk cId="945769930" sldId="265"/>
            <ac:spMk id="5" creationId="{3FEFA3D0-D452-5C5B-060F-DF7887737A3E}"/>
          </ac:spMkLst>
        </pc:spChg>
        <pc:picChg chg="add mod">
          <ac:chgData name="rashmi pradeep" userId="7cee23f76475dd8b" providerId="LiveId" clId="{0BEFF720-E6D2-4F6E-84A9-0D10A38E9E6B}" dt="2025-12-10T14:41:35.518" v="380" actId="1076"/>
          <ac:picMkLst>
            <pc:docMk/>
            <pc:sldMk cId="945769930" sldId="265"/>
            <ac:picMk id="4" creationId="{4ADDE089-DC1A-7388-923D-68618E1E2D1B}"/>
          </ac:picMkLst>
        </pc:picChg>
      </pc:sldChg>
      <pc:sldChg chg="addSp modSp new mod">
        <pc:chgData name="rashmi pradeep" userId="7cee23f76475dd8b" providerId="LiveId" clId="{0BEFF720-E6D2-4F6E-84A9-0D10A38E9E6B}" dt="2025-12-10T15:21:46.526" v="641" actId="5793"/>
        <pc:sldMkLst>
          <pc:docMk/>
          <pc:sldMk cId="3993676393" sldId="266"/>
        </pc:sldMkLst>
        <pc:spChg chg="add mod">
          <ac:chgData name="rashmi pradeep" userId="7cee23f76475dd8b" providerId="LiveId" clId="{0BEFF720-E6D2-4F6E-84A9-0D10A38E9E6B}" dt="2025-12-10T15:21:46.526" v="641" actId="5793"/>
          <ac:spMkLst>
            <pc:docMk/>
            <pc:sldMk cId="3993676393" sldId="266"/>
            <ac:spMk id="3" creationId="{7454FAF7-5BF0-49BF-7A04-5C29979BBB0E}"/>
          </ac:spMkLst>
        </pc:spChg>
      </pc:sldChg>
      <pc:sldChg chg="addSp modSp new mod">
        <pc:chgData name="rashmi pradeep" userId="7cee23f76475dd8b" providerId="LiveId" clId="{0BEFF720-E6D2-4F6E-84A9-0D10A38E9E6B}" dt="2025-12-12T14:03:26.424" v="783" actId="255"/>
        <pc:sldMkLst>
          <pc:docMk/>
          <pc:sldMk cId="3277894795" sldId="267"/>
        </pc:sldMkLst>
        <pc:spChg chg="add mod">
          <ac:chgData name="rashmi pradeep" userId="7cee23f76475dd8b" providerId="LiveId" clId="{0BEFF720-E6D2-4F6E-84A9-0D10A38E9E6B}" dt="2025-12-12T14:03:26.424" v="783" actId="255"/>
          <ac:spMkLst>
            <pc:docMk/>
            <pc:sldMk cId="3277894795" sldId="267"/>
            <ac:spMk id="3" creationId="{68479B52-8466-B879-FA08-524FF717657F}"/>
          </ac:spMkLst>
        </pc:spChg>
      </pc:sldChg>
      <pc:sldChg chg="addSp modSp new mod">
        <pc:chgData name="rashmi pradeep" userId="7cee23f76475dd8b" providerId="LiveId" clId="{0BEFF720-E6D2-4F6E-84A9-0D10A38E9E6B}" dt="2025-12-12T14:04:15.371" v="795" actId="20577"/>
        <pc:sldMkLst>
          <pc:docMk/>
          <pc:sldMk cId="3347420383" sldId="268"/>
        </pc:sldMkLst>
        <pc:spChg chg="add mod">
          <ac:chgData name="rashmi pradeep" userId="7cee23f76475dd8b" providerId="LiveId" clId="{0BEFF720-E6D2-4F6E-84A9-0D10A38E9E6B}" dt="2025-12-12T14:04:15.371" v="795" actId="20577"/>
          <ac:spMkLst>
            <pc:docMk/>
            <pc:sldMk cId="3347420383" sldId="268"/>
            <ac:spMk id="3" creationId="{687D6ABB-F397-CF7C-D8C0-7ADB0E0F493E}"/>
          </ac:spMkLst>
        </pc:spChg>
      </pc:sldChg>
      <pc:sldChg chg="addSp modSp new mod">
        <pc:chgData name="rashmi pradeep" userId="7cee23f76475dd8b" providerId="LiveId" clId="{0BEFF720-E6D2-4F6E-84A9-0D10A38E9E6B}" dt="2025-12-12T14:03:05.734" v="781" actId="20577"/>
        <pc:sldMkLst>
          <pc:docMk/>
          <pc:sldMk cId="2620319746" sldId="269"/>
        </pc:sldMkLst>
        <pc:spChg chg="add mod">
          <ac:chgData name="rashmi pradeep" userId="7cee23f76475dd8b" providerId="LiveId" clId="{0BEFF720-E6D2-4F6E-84A9-0D10A38E9E6B}" dt="2025-12-12T14:03:05.734" v="781" actId="20577"/>
          <ac:spMkLst>
            <pc:docMk/>
            <pc:sldMk cId="2620319746" sldId="269"/>
            <ac:spMk id="3" creationId="{D81FF466-75BD-724E-E88D-394AD08E0B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4E5D-5215-1768-3A0F-16AD05872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2830F-6C5F-0026-23BB-00DB294FF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1C94-B529-5613-4ECA-0B4CA8F1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E6852-6B56-A8B0-04BB-614BECCE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FE229-F4D2-BB37-E4C9-DFDBD4CA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314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30DE-497A-C2ED-FBCF-B96CEA1B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84E36-FBD5-B4ED-53F3-9723DFBFD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FAE4D-0EBB-6BAC-B42B-587C1088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105CD-6788-2147-3978-52315C58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FB866-3537-6613-5F14-0F5C6429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53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7422-F1E7-D938-D2F4-10756A72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8009E-16D8-783E-9C33-C977379DB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3B471-5A7D-719E-6DAE-E12C05DD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A396B-26CF-FDEC-E9A0-3768935EE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B3E0C-E7C1-D3C3-E6AF-6B018F14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11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2578-1E57-47BE-5127-1700C4ED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5164-9600-072C-2195-A303254A1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FE959-1937-448A-0BAF-864EBB16D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2DAD4-63FB-3592-57C3-A619D7EE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07669-67E9-33B4-360E-241937B64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3F981-6816-46E8-54FE-BD68E97C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224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3E91-281A-5DC5-5938-683756CA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18A57-9C79-9DFB-77EB-D31FFA8FC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A23BC-4C38-D501-2651-1BE411403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162F8-808C-7345-6D9B-619C2828A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ED3EF-180F-D515-23EA-DA3D43819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3D8D3-ACEA-12F9-F7BB-BEDD3739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22A2D-710A-51C6-E384-39CD643D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58B0D4-09C6-8F1F-45F3-A1E3D98A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84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F95B-B62B-C65F-DB7D-5F553EA1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28FA6-99DF-5A05-D9E6-51D797A1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A3660-3313-E782-E583-AC6DFF21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1EE1B-867F-76BA-1728-7C319249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7F7BC2-140D-BEE4-8E50-4CE09B22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D4596E-9138-62CE-152A-32BB3DE7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48FC7-ED62-944B-53E2-906558DC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756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D620-7F72-F13B-1CFB-70D023B3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8935C-903C-B99E-6DD6-CAF403384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B8326-0482-011A-EE40-969DA6375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9FF76-120D-DA8E-2877-534931949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34ECE-570E-E5DA-8733-A76C0C29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E61A5-47B9-90CB-F09A-B219A7BF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730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5A35-D501-277D-A62E-E04E898F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3CBC9-FAF0-60F9-D4E8-764CB2D21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7C8D-59FA-8167-1EAB-B91C69F61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8005C-5C11-ED9E-5C95-D3C42E63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32361-0478-7DF5-72E4-9409DB651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84681-4CE4-502A-2C01-828CEC9CE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39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01BC-FF86-8B62-5D80-89B3B03C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8D7DB-ECBF-1494-DCF6-7E4B146B8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383FE-0BB8-0CE5-8EB1-AE1C1910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02F3E-CE3B-870B-CC53-7A46C0FFF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3099C-6A88-407C-3ACB-47067421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75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23FEF-B199-CBD1-3BD7-93DB6013B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DA2E4-0234-738B-18D5-C23E80BF6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E0E86-D8EF-5AB2-1622-A52CCB5F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06A9C-C01F-48B5-216F-EB3D6092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F414F-7900-E4C7-C1D6-3C5B7621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5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16031-1F07-3B7F-49AB-9A917429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7E231-4AC1-B1EE-FB4C-B5929A98F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EE39E-EBF0-C757-C2AD-6D6783E96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BA81F-9A2C-493B-9085-5B8624B0D233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EF353-867F-A27C-4878-82DB39591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9567E-172E-E343-F31A-E1F449AF3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44846-65B7-45B1-A72F-42389AC1F3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06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DDE089-DC1A-7388-923D-68618E1E2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2" y="176980"/>
            <a:ext cx="6931743" cy="4483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EFA3D0-D452-5C5B-060F-DF7887737A3E}"/>
              </a:ext>
            </a:extLst>
          </p:cNvPr>
          <p:cNvSpPr txBox="1"/>
          <p:nvPr/>
        </p:nvSpPr>
        <p:spPr>
          <a:xfrm>
            <a:off x="7767484" y="5152103"/>
            <a:ext cx="3696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</a:t>
            </a:r>
          </a:p>
          <a:p>
            <a:r>
              <a:rPr lang="en-US" b="1" dirty="0"/>
              <a:t>RASHMI PRADEEP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4576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670A-277B-C833-6851-8F399D9A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2465" y="147482"/>
            <a:ext cx="9144000" cy="1366531"/>
          </a:xfrm>
        </p:spPr>
        <p:txBody>
          <a:bodyPr/>
          <a:lstStyle/>
          <a:p>
            <a:r>
              <a:rPr lang="en-US" dirty="0"/>
              <a:t>Scientific calculator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7E8A6-C047-3ADC-321D-863E14CB3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631" y="1858296"/>
            <a:ext cx="8465575" cy="44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63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3F9359-BFCC-586B-39A6-324A7B7B9A8A}"/>
              </a:ext>
            </a:extLst>
          </p:cNvPr>
          <p:cNvSpPr txBox="1"/>
          <p:nvPr/>
        </p:nvSpPr>
        <p:spPr>
          <a:xfrm>
            <a:off x="757083" y="521110"/>
            <a:ext cx="9802762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</a:pPr>
            <a:endParaRPr lang="en-US" sz="2400" b="1" i="0" u="sng" dirty="0">
              <a:solidFill>
                <a:srgbClr val="0A0A0A"/>
              </a:solidFill>
              <a:effectLst/>
            </a:endParaRPr>
          </a:p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</a:pPr>
            <a:r>
              <a:rPr lang="en-US" sz="2400" b="1" i="0" u="sng" dirty="0">
                <a:solidFill>
                  <a:srgbClr val="0A0A0A"/>
                </a:solidFill>
                <a:effectLst/>
              </a:rPr>
              <a:t>Introduction &amp; Objectives:</a:t>
            </a:r>
            <a:endParaRPr lang="en-US" sz="2400" b="1" u="sng" dirty="0">
              <a:solidFill>
                <a:srgbClr val="0A0A0A"/>
              </a:solidFill>
            </a:endParaRPr>
          </a:p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</a:pPr>
            <a:r>
              <a:rPr lang="en-US" sz="2400" b="1" i="0" dirty="0">
                <a:solidFill>
                  <a:srgbClr val="0A0A0A"/>
                </a:solidFill>
                <a:effectLst/>
              </a:rPr>
              <a:t>To create a GUI based scientific calculator using python, </a:t>
            </a:r>
            <a:r>
              <a:rPr lang="en-US" sz="2400" b="1" i="0" dirty="0" err="1">
                <a:solidFill>
                  <a:srgbClr val="0A0A0A"/>
                </a:solidFill>
                <a:effectLst/>
              </a:rPr>
              <a:t>tkinter</a:t>
            </a:r>
            <a:r>
              <a:rPr lang="en-US" sz="2400" b="1" i="0" dirty="0">
                <a:solidFill>
                  <a:srgbClr val="0A0A0A"/>
                </a:solidFill>
                <a:effectLst/>
              </a:rPr>
              <a:t> libraries in VSC</a:t>
            </a:r>
            <a:endParaRPr lang="en-US" sz="2000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</a:pP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What is a Scientific Calculator?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sz="2000" dirty="0"/>
              <a:t>A scientific calculator is a type of electronic calculator, usually but not</a:t>
            </a:r>
          </a:p>
          <a:p>
            <a:pPr fontAlgn="auto"/>
            <a:r>
              <a:rPr lang="en-US" sz="2000" dirty="0"/>
              <a:t>      always handheld, designed to calculate problems in science,</a:t>
            </a:r>
          </a:p>
          <a:p>
            <a:pPr fontAlgn="auto"/>
            <a:r>
              <a:rPr lang="en-US" sz="2000" dirty="0"/>
              <a:t>      engineering, and mathematics. 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sz="2000" dirty="0"/>
              <a:t>The python calculator was implemented using </a:t>
            </a:r>
            <a:r>
              <a:rPr lang="en-US" sz="2000" dirty="0" err="1"/>
              <a:t>tkinter</a:t>
            </a:r>
            <a:r>
              <a:rPr lang="en-US" sz="2000" dirty="0"/>
              <a:t> to make the calculation of mathematical functions easier. The application consists of scientific and standard functions. </a:t>
            </a:r>
          </a:p>
          <a:p>
            <a:pPr fontAlgn="auto"/>
            <a:endParaRPr lang="en-US" sz="2000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fontAlgn="auto"/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What is Python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sz="2000" dirty="0"/>
              <a:t>Python is a high-level, interpreted, interactive and object-oriented scripting language.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sz="2000" dirty="0"/>
              <a:t>Python's bulk of the library is very portable and cross-platform compatible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sz="2000" dirty="0"/>
              <a:t>Python supports GUI applications that can be created and ported to many system calls, libraries and windows systems</a:t>
            </a:r>
          </a:p>
          <a:p>
            <a:pPr fontAlgn="auto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232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54FAF7-5BF0-49BF-7A04-5C29979BBB0E}"/>
              </a:ext>
            </a:extLst>
          </p:cNvPr>
          <p:cNvSpPr txBox="1"/>
          <p:nvPr/>
        </p:nvSpPr>
        <p:spPr>
          <a:xfrm>
            <a:off x="1071716" y="485281"/>
            <a:ext cx="768882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Visual Studio Code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Visual Studio Code is a free source code editor, made by Microsoft for Windows, Linux and macOS. Features include support for debugging, syntax highlighting, intelligent code completion, snippets, code refactoring, and embedded Git. 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Users can change the theme, keyboard shortcuts, preferences, </a:t>
            </a:r>
            <a:r>
              <a:rPr lang="en-IN" sz="2000" dirty="0" err="1"/>
              <a:t>andinstall</a:t>
            </a:r>
            <a:r>
              <a:rPr lang="en-IN" sz="2000" dirty="0"/>
              <a:t> extensions that add additional functionality. 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 python extension in Visual Studio Code makes it an excellent video editor.</a:t>
            </a:r>
          </a:p>
        </p:txBody>
      </p:sp>
    </p:spTree>
    <p:extLst>
      <p:ext uri="{BB962C8B-B14F-4D97-AF65-F5344CB8AC3E}">
        <p14:creationId xmlns:p14="http://schemas.microsoft.com/office/powerpoint/2010/main" val="3993676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99E2B-DAA6-B495-E3C3-C1CED715BC22}"/>
              </a:ext>
            </a:extLst>
          </p:cNvPr>
          <p:cNvSpPr txBox="1"/>
          <p:nvPr/>
        </p:nvSpPr>
        <p:spPr>
          <a:xfrm>
            <a:off x="737419" y="619433"/>
            <a:ext cx="8504903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 err="1"/>
              <a:t>Tkinter</a:t>
            </a:r>
            <a:r>
              <a:rPr lang="en-US" sz="2400" b="1" u="sng" dirty="0"/>
              <a:t> Programming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Tkinter</a:t>
            </a:r>
            <a:r>
              <a:rPr lang="en-US" sz="2000" dirty="0"/>
              <a:t> is the standard GUI library for Python.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when combined with </a:t>
            </a:r>
            <a:r>
              <a:rPr lang="en-US" sz="2000" dirty="0" err="1"/>
              <a:t>Tkinter</a:t>
            </a:r>
            <a:r>
              <a:rPr lang="en-US" sz="2000" dirty="0"/>
              <a:t> provides a fast and easy way to create GUI applications.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Tkinter</a:t>
            </a:r>
            <a:r>
              <a:rPr lang="en-US" sz="2000" dirty="0"/>
              <a:t> provides a powerful object-oriented interface to the Tk GUI toolkit.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All you need to do is perform the following steps −</a:t>
            </a:r>
          </a:p>
          <a:p>
            <a:r>
              <a:rPr lang="en-US" sz="2000" dirty="0"/>
              <a:t>      1.Import the </a:t>
            </a:r>
            <a:r>
              <a:rPr lang="en-US" sz="2000" dirty="0" err="1"/>
              <a:t>Tkinter</a:t>
            </a:r>
            <a:r>
              <a:rPr lang="en-US" sz="2000" dirty="0"/>
              <a:t> module.</a:t>
            </a:r>
          </a:p>
          <a:p>
            <a:r>
              <a:rPr lang="en-US" sz="2000" dirty="0"/>
              <a:t>      2.Create the GUI application main window.</a:t>
            </a:r>
          </a:p>
          <a:p>
            <a:r>
              <a:rPr lang="en-US" sz="2000" dirty="0"/>
              <a:t>      3.Add one or more of the above-mentioned widgets to the GUI application.</a:t>
            </a:r>
          </a:p>
          <a:p>
            <a:r>
              <a:rPr lang="en-US" sz="2000" dirty="0"/>
              <a:t>      4.Enter the main event loop to take action against each event triggered by        </a:t>
            </a:r>
            <a:r>
              <a:rPr lang="en-US" sz="2000" dirty="0" err="1"/>
              <a:t>theuser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57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53034A-E591-CE5C-918C-2958A3F4603C}"/>
              </a:ext>
            </a:extLst>
          </p:cNvPr>
          <p:cNvSpPr txBox="1"/>
          <p:nvPr/>
        </p:nvSpPr>
        <p:spPr>
          <a:xfrm>
            <a:off x="924231" y="211987"/>
            <a:ext cx="8927691" cy="561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None/>
            </a:pPr>
            <a:endParaRPr lang="en-US" sz="2400" b="1" i="0" u="sng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None/>
            </a:pPr>
            <a:r>
              <a:rPr lang="en-US" sz="2400" b="1" i="0" u="sng" dirty="0">
                <a:solidFill>
                  <a:srgbClr val="0A0A0A"/>
                </a:solidFill>
                <a:effectLst/>
                <a:latin typeface="Google Sans"/>
              </a:rPr>
              <a:t>Key Implementation Steps</a:t>
            </a:r>
          </a:p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None/>
            </a:pPr>
            <a:endParaRPr lang="en-US" sz="2400" b="1" i="0" u="sng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sng" dirty="0">
                <a:solidFill>
                  <a:srgbClr val="0A0A0A"/>
                </a:solidFill>
                <a:effectLst/>
                <a:latin typeface="Google Sans"/>
              </a:rPr>
              <a:t>GUI Layout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Creating the main window: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root = Tk()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Designing buttons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Displaying output: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Using an 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Entry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widget to show calculations and results.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Event handling: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How to capture button clicks.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Storing input: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Building the expression string as the user types.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A0A0A"/>
                </a:solidFill>
                <a:effectLst/>
                <a:latin typeface="Google Sans"/>
              </a:rPr>
              <a:t>Performing Calculations:</a:t>
            </a:r>
            <a:endParaRPr lang="en-US" sz="2000" b="0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eval()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function: for evaluating mathematical expressions.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Integrating 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math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functions: How to call functions like </a:t>
            </a:r>
            <a:r>
              <a:rPr lang="en-US" sz="2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math.sin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sz="2000" b="0" i="0" dirty="0">
                <a:solidFill>
                  <a:srgbClr val="0A0A0A"/>
                </a:solidFill>
                <a:effectLst/>
                <a:latin typeface="Google Sans"/>
              </a:rPr>
              <a:t> within the calculation logic.</a:t>
            </a:r>
          </a:p>
        </p:txBody>
      </p:sp>
    </p:spTree>
    <p:extLst>
      <p:ext uri="{BB962C8B-B14F-4D97-AF65-F5344CB8AC3E}">
        <p14:creationId xmlns:p14="http://schemas.microsoft.com/office/powerpoint/2010/main" val="258489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23A58-67F1-CA04-366B-C518F044674E}"/>
              </a:ext>
            </a:extLst>
          </p:cNvPr>
          <p:cNvSpPr txBox="1"/>
          <p:nvPr/>
        </p:nvSpPr>
        <p:spPr>
          <a:xfrm>
            <a:off x="1219200" y="685825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4. Code Snippets (Illustrative Examples)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C18D8-B285-A758-35CB-39EAA1D00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419" y="1140542"/>
            <a:ext cx="4809065" cy="545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72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2B87FE-88BA-33A1-AA48-CD289544CCC3}"/>
              </a:ext>
            </a:extLst>
          </p:cNvPr>
          <p:cNvSpPr txBox="1"/>
          <p:nvPr/>
        </p:nvSpPr>
        <p:spPr>
          <a:xfrm>
            <a:off x="796412" y="542663"/>
            <a:ext cx="7826477" cy="474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500"/>
              </a:spcBef>
              <a:spcAft>
                <a:spcPts val="750"/>
              </a:spcAft>
              <a:buNone/>
            </a:pPr>
            <a:endParaRPr lang="en-US" sz="2400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A0A0A"/>
                </a:solidFill>
                <a:effectLst/>
                <a:latin typeface="Google Sans"/>
              </a:rPr>
              <a:t>Summary: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</a:p>
          <a:p>
            <a:pPr lvl="1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proposed system is error free. </a:t>
            </a:r>
          </a:p>
          <a:p>
            <a:pPr lvl="1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Trivial concepts of Python language are implemented to build </a:t>
            </a:r>
            <a:r>
              <a:rPr lang="en-US" sz="2400" b="0" i="0"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user friendly </a:t>
            </a:r>
            <a:r>
              <a:rPr lang="en-US" sz="2400" b="0" i="0" dirty="0"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application.</a:t>
            </a: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A0A0A"/>
              </a:solidFill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i="0" dirty="0">
              <a:solidFill>
                <a:srgbClr val="0A0A0A"/>
              </a:solidFill>
              <a:effectLst/>
              <a:latin typeface="Google Sans"/>
            </a:endParaRPr>
          </a:p>
          <a:p>
            <a:pPr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A0A0A"/>
                </a:solidFill>
                <a:effectLst/>
              </a:rPr>
              <a:t>Potential Improvements:</a:t>
            </a:r>
            <a:endParaRPr lang="en-US" sz="2400" b="0" i="0" dirty="0">
              <a:solidFill>
                <a:srgbClr val="0A0A0A"/>
              </a:solidFill>
              <a:effectLst/>
            </a:endParaRPr>
          </a:p>
          <a:p>
            <a:pPr marL="742950" lvl="1" indent="-285750"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Error handling for invalid inputs.</a:t>
            </a:r>
          </a:p>
          <a:p>
            <a:pPr marL="742950" lvl="1" indent="-285750"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Adding more advanced scientific functions.</a:t>
            </a:r>
          </a:p>
          <a:p>
            <a:pPr marL="742950" lvl="1" indent="-285750" algn="l">
              <a:lnSpc>
                <a:spcPts val="18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A0A0A"/>
                </a:solidFill>
                <a:effectLst/>
                <a:latin typeface="Google Sans"/>
              </a:rPr>
              <a:t>Implementing memory functions.</a:t>
            </a:r>
          </a:p>
        </p:txBody>
      </p:sp>
    </p:spTree>
    <p:extLst>
      <p:ext uri="{BB962C8B-B14F-4D97-AF65-F5344CB8AC3E}">
        <p14:creationId xmlns:p14="http://schemas.microsoft.com/office/powerpoint/2010/main" val="87740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7D6ABB-F397-CF7C-D8C0-7ADB0E0F493E}"/>
              </a:ext>
            </a:extLst>
          </p:cNvPr>
          <p:cNvSpPr txBox="1"/>
          <p:nvPr/>
        </p:nvSpPr>
        <p:spPr>
          <a:xfrm>
            <a:off x="1022554" y="454431"/>
            <a:ext cx="100387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Challenges Faced While Creating the Scientific Calculator</a:t>
            </a:r>
          </a:p>
          <a:p>
            <a:endParaRPr lang="en-IN" sz="2400" b="1" dirty="0"/>
          </a:p>
          <a:p>
            <a:r>
              <a:rPr lang="en-IN" sz="2400" b="1" dirty="0"/>
              <a:t>Designing an intuitive GUI layout</a:t>
            </a:r>
          </a:p>
          <a:p>
            <a:r>
              <a:rPr lang="en-IN" sz="2400" dirty="0"/>
              <a:t>Arranging many scientific buttons (sin, cos, tan, log, </a:t>
            </a:r>
            <a:r>
              <a:rPr lang="el-GR" sz="2400" dirty="0"/>
              <a:t>π, </a:t>
            </a:r>
            <a:r>
              <a:rPr lang="en-IN" sz="2400" dirty="0"/>
              <a:t>etc.) in a clean, user-friendly interface.</a:t>
            </a:r>
          </a:p>
          <a:p>
            <a:r>
              <a:rPr lang="en-IN" sz="2400" dirty="0"/>
              <a:t>Maintaining responsiveness and proper alignment in </a:t>
            </a:r>
            <a:r>
              <a:rPr lang="en-IN" sz="2400" dirty="0" err="1"/>
              <a:t>Tkinter</a:t>
            </a:r>
            <a:r>
              <a:rPr lang="en-IN" sz="2400" dirty="0"/>
              <a:t> Grid/Pack.</a:t>
            </a:r>
          </a:p>
          <a:p>
            <a:r>
              <a:rPr lang="en-IN" sz="2400" b="1" dirty="0"/>
              <a:t>Handling complex mathematical expressions</a:t>
            </a:r>
          </a:p>
          <a:p>
            <a:r>
              <a:rPr lang="en-IN" sz="2400" dirty="0"/>
              <a:t>Parsing long expressions without errors.</a:t>
            </a:r>
          </a:p>
          <a:p>
            <a:r>
              <a:rPr lang="en-IN" sz="2400" dirty="0"/>
              <a:t>Preventing the program from crashing on invalid input.</a:t>
            </a:r>
          </a:p>
          <a:p>
            <a:r>
              <a:rPr lang="en-IN" sz="2400" b="1" dirty="0"/>
              <a:t>Implementing advanced functions</a:t>
            </a:r>
          </a:p>
          <a:p>
            <a:r>
              <a:rPr lang="en-IN" sz="2400" dirty="0"/>
              <a:t>Integrating functions from Python’s </a:t>
            </a:r>
            <a:r>
              <a:rPr lang="en-IN" dirty="0"/>
              <a:t>math</a:t>
            </a:r>
            <a:r>
              <a:rPr lang="en-IN" sz="2400" dirty="0"/>
              <a:t> module.</a:t>
            </a:r>
          </a:p>
          <a:p>
            <a:r>
              <a:rPr lang="en-IN" sz="2400" dirty="0"/>
              <a:t>Managing exceptions for functions like </a:t>
            </a:r>
            <a:r>
              <a:rPr lang="en-IN" dirty="0"/>
              <a:t>log(0)</a:t>
            </a:r>
            <a:r>
              <a:rPr lang="en-IN" sz="2400" dirty="0"/>
              <a:t> or </a:t>
            </a:r>
            <a:r>
              <a:rPr lang="en-IN" dirty="0"/>
              <a:t>sqrt(-1)</a:t>
            </a:r>
            <a:r>
              <a:rPr lang="en-IN" sz="2400" dirty="0"/>
              <a:t>.</a:t>
            </a:r>
          </a:p>
          <a:p>
            <a:r>
              <a:rPr lang="en-IN" sz="2400" b="1" dirty="0"/>
              <a:t>Error handling and validations</a:t>
            </a:r>
          </a:p>
          <a:p>
            <a:r>
              <a:rPr lang="en-IN" sz="2400" dirty="0"/>
              <a:t>Displaying meaningful error messages instead of stopping the program.</a:t>
            </a:r>
          </a:p>
          <a:p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334742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1FF466-75BD-724E-E88D-394AD08E0B68}"/>
              </a:ext>
            </a:extLst>
          </p:cNvPr>
          <p:cNvSpPr txBox="1"/>
          <p:nvPr/>
        </p:nvSpPr>
        <p:spPr>
          <a:xfrm>
            <a:off x="1327355" y="493760"/>
            <a:ext cx="953729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Special / Unique Features in My Scientific Calculator</a:t>
            </a:r>
          </a:p>
          <a:p>
            <a:endParaRPr lang="en-US" sz="2400" b="1" dirty="0"/>
          </a:p>
          <a:p>
            <a:r>
              <a:rPr lang="en-US" sz="2400" b="1" dirty="0"/>
              <a:t>Clean and user-friendly GUI- </a:t>
            </a:r>
            <a:r>
              <a:rPr lang="en-US" sz="2400" dirty="0"/>
              <a:t>Well-organized layout with scientific + basic operations.</a:t>
            </a:r>
          </a:p>
          <a:p>
            <a:r>
              <a:rPr lang="en-US" sz="2400" dirty="0"/>
              <a:t>Button color coding for better visibility.</a:t>
            </a:r>
          </a:p>
          <a:p>
            <a:r>
              <a:rPr lang="en-US" sz="2400" b="1" dirty="0"/>
              <a:t>Supports both basic and scientific functions</a:t>
            </a:r>
          </a:p>
          <a:p>
            <a:r>
              <a:rPr lang="en-US" sz="2400" dirty="0"/>
              <a:t>Trigonometric (sin, cos, tan)</a:t>
            </a:r>
          </a:p>
          <a:p>
            <a:r>
              <a:rPr lang="en-US" sz="2400" dirty="0"/>
              <a:t>Logarithmic (log, ln)</a:t>
            </a:r>
          </a:p>
          <a:p>
            <a:r>
              <a:rPr lang="en-US" sz="2400" dirty="0"/>
              <a:t>Power and square root operations</a:t>
            </a:r>
          </a:p>
          <a:p>
            <a:r>
              <a:rPr lang="en-US" sz="2400" dirty="0"/>
              <a:t>π and e constants</a:t>
            </a:r>
          </a:p>
          <a:p>
            <a:r>
              <a:rPr lang="en-US" sz="2400" b="1" dirty="0"/>
              <a:t>Error-free calculation</a:t>
            </a:r>
          </a:p>
          <a:p>
            <a:r>
              <a:rPr lang="en-US" sz="2400" dirty="0"/>
              <a:t>Custom error popups/messages for invalid expressions.</a:t>
            </a:r>
          </a:p>
          <a:p>
            <a:r>
              <a:rPr lang="en-US" sz="2400" b="1" dirty="0"/>
              <a:t>Smooth UI experience</a:t>
            </a:r>
          </a:p>
          <a:p>
            <a:r>
              <a:rPr lang="en-US" sz="2400" dirty="0"/>
              <a:t>No lag or freeze due to optimized design.</a:t>
            </a:r>
          </a:p>
          <a:p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2620319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79B52-8466-B879-FA08-524FF717657F}"/>
              </a:ext>
            </a:extLst>
          </p:cNvPr>
          <p:cNvSpPr txBox="1"/>
          <p:nvPr/>
        </p:nvSpPr>
        <p:spPr>
          <a:xfrm>
            <a:off x="1573161" y="636157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References</a:t>
            </a:r>
          </a:p>
          <a:p>
            <a:endParaRPr lang="en-IN" sz="2400" b="1" dirty="0"/>
          </a:p>
          <a:p>
            <a:r>
              <a:rPr lang="en-IN" sz="2000" dirty="0"/>
              <a:t>[1] </a:t>
            </a:r>
            <a:r>
              <a:rPr lang="en-IN" sz="2400" dirty="0"/>
              <a:t>AI Sweigart - Automate the Boring Stuff with Python, 2nd </a:t>
            </a:r>
            <a:r>
              <a:rPr lang="en-IN" sz="2400" dirty="0" err="1"/>
              <a:t>Edition:Practical</a:t>
            </a:r>
            <a:r>
              <a:rPr lang="en-IN" sz="2400" dirty="0"/>
              <a:t> Programming for Total Beginners – 2015.</a:t>
            </a:r>
          </a:p>
          <a:p>
            <a:endParaRPr lang="en-IN" sz="2400" dirty="0"/>
          </a:p>
          <a:p>
            <a:r>
              <a:rPr lang="en-IN" sz="2400" dirty="0"/>
              <a:t>[2] Python GUI Programming with </a:t>
            </a:r>
            <a:r>
              <a:rPr lang="en-IN" sz="2400" dirty="0" err="1"/>
              <a:t>Tkinter</a:t>
            </a:r>
            <a:r>
              <a:rPr lang="en-IN" sz="2400" dirty="0"/>
              <a:t>: Develop Responsive and Powerful GUI Applications with </a:t>
            </a:r>
            <a:r>
              <a:rPr lang="en-IN" sz="2400" dirty="0" err="1"/>
              <a:t>Tkinter</a:t>
            </a:r>
            <a:r>
              <a:rPr lang="en-IN" sz="2400" dirty="0"/>
              <a:t> – 2018.</a:t>
            </a:r>
          </a:p>
          <a:p>
            <a:r>
              <a:rPr lang="en-IN" sz="2400" dirty="0"/>
              <a:t>[3] Various internet resources.</a:t>
            </a:r>
          </a:p>
        </p:txBody>
      </p:sp>
    </p:spTree>
    <p:extLst>
      <p:ext uri="{BB962C8B-B14F-4D97-AF65-F5344CB8AC3E}">
        <p14:creationId xmlns:p14="http://schemas.microsoft.com/office/powerpoint/2010/main" val="3277894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DAB5D-1C0A-D1DD-91E0-D4D28EE99001}"/>
              </a:ext>
            </a:extLst>
          </p:cNvPr>
          <p:cNvSpPr txBox="1"/>
          <p:nvPr/>
        </p:nvSpPr>
        <p:spPr>
          <a:xfrm>
            <a:off x="3923071" y="2921168"/>
            <a:ext cx="5201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717242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676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Google Sans</vt:lpstr>
      <vt:lpstr>Office Theme</vt:lpstr>
      <vt:lpstr>PowerPoint Presentation</vt:lpstr>
      <vt:lpstr>Scientific calculator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pradeep</dc:creator>
  <cp:lastModifiedBy>rashmi pradeep</cp:lastModifiedBy>
  <cp:revision>4</cp:revision>
  <dcterms:created xsi:type="dcterms:W3CDTF">2025-12-03T16:46:10Z</dcterms:created>
  <dcterms:modified xsi:type="dcterms:W3CDTF">2025-12-12T14:05:41Z</dcterms:modified>
</cp:coreProperties>
</file>